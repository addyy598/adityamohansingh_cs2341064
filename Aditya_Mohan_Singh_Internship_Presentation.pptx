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92" y="8792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E87565"/>
                </a:solidFill>
                <a:latin typeface="Aptos"/>
              </a:defRPr>
            </a:pPr>
            <a:r>
              <a:t>INTERNSHIP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400" b="1">
                <a:solidFill>
                  <a:srgbClr val="253247"/>
                </a:solidFill>
                <a:latin typeface="Aptos"/>
              </a:defRPr>
            </a:pPr>
            <a:r>
              <a:t>MERN Stack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54680"/>
            <a:ext cx="85039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900" b="0">
                <a:solidFill>
                  <a:srgbClr val="282D34"/>
                </a:solidFill>
                <a:latin typeface="Aptos"/>
              </a:defRPr>
            </a:pPr>
            <a:r>
              <a:t>Aditya Mohan Singh  |  Roll No.: CS2341064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0">
                <a:solidFill>
                  <a:srgbClr val="646C76"/>
                </a:solidFill>
                <a:latin typeface="Aptos"/>
              </a:defRPr>
            </a:pPr>
            <a:r>
              <a:t>NeoSankalp  •  3 Months stated in offer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241280" cy="2503249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2D34"/>
                </a:solidFill>
                <a:latin typeface="Aptos"/>
              </a:defRPr>
            </a:pPr>
            <a:r>
              <a:rPr dirty="0"/>
              <a:t>•  Organization: </a:t>
            </a:r>
            <a:r>
              <a:rPr dirty="0" err="1"/>
              <a:t>NeoSankalp</a:t>
            </a:r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282D34"/>
                </a:solidFill>
                <a:latin typeface="Aptos"/>
              </a:defRPr>
            </a:pPr>
            <a:r>
              <a:rPr dirty="0"/>
              <a:t>•  Role: MERN Stack Development Intern</a:t>
            </a:r>
          </a:p>
          <a:p>
            <a:pPr>
              <a:spcAft>
                <a:spcPts val="1400"/>
              </a:spcAft>
              <a:defRPr sz="2200">
                <a:solidFill>
                  <a:srgbClr val="282D34"/>
                </a:solidFill>
                <a:latin typeface="Aptos"/>
              </a:defRPr>
            </a:pPr>
            <a:r>
              <a:rPr dirty="0"/>
              <a:t>•  Mode: Online</a:t>
            </a:r>
          </a:p>
          <a:p>
            <a:pPr>
              <a:spcAft>
                <a:spcPts val="1400"/>
              </a:spcAft>
              <a:defRPr sz="2200">
                <a:solidFill>
                  <a:srgbClr val="282D34"/>
                </a:solidFill>
                <a:latin typeface="Aptos"/>
              </a:defRPr>
            </a:pPr>
            <a:r>
              <a:rPr dirty="0"/>
              <a:t>•  Duration: 3 Months</a:t>
            </a:r>
          </a:p>
          <a:p>
            <a:pPr>
              <a:spcAft>
                <a:spcPts val="1400"/>
              </a:spcAft>
              <a:defRPr sz="2200">
                <a:solidFill>
                  <a:srgbClr val="282D34"/>
                </a:solidFill>
                <a:latin typeface="Aptos"/>
              </a:defRPr>
            </a:pPr>
            <a:r>
              <a:rPr dirty="0"/>
              <a:t>•  Commencement stated in offer: 1 June 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33271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646C76"/>
                </a:solidFill>
                <a:latin typeface="Aptos"/>
              </a:defRPr>
            </a:pPr>
            <a:r>
              <a:t>Core goals for a full-stack development learning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Understand MongoDB, Express.js, React, and Node.js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Connect frontend components with backend REST APIs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Practice CRUD operations, validation, and error handling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Use debugging and version-control workflows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Build confidence in documenting and explaining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The MERN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33271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646C76"/>
                </a:solidFill>
                <a:latin typeface="Aptos"/>
              </a:defRPr>
            </a:pPr>
            <a:r>
              <a:t>Four technologies working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2971800"/>
          </a:xfrm>
          <a:prstGeom prst="roundRect">
            <a:avLst/>
          </a:prstGeom>
          <a:solidFill>
            <a:srgbClr val="F7F8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2402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200" b="1">
                <a:solidFill>
                  <a:srgbClr val="E87565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240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253247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14884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0">
                <a:solidFill>
                  <a:srgbClr val="282D34"/>
                </a:solidFill>
                <a:latin typeface="Aptos"/>
              </a:defRPr>
            </a:pPr>
            <a:r>
              <a:t>Stores application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514600" cy="2971800"/>
          </a:xfrm>
          <a:prstGeom prst="roundRect">
            <a:avLst/>
          </a:prstGeom>
          <a:solidFill>
            <a:srgbClr val="F7F8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99" y="2103120"/>
            <a:ext cx="22402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200" b="1">
                <a:solidFill>
                  <a:srgbClr val="253247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834640"/>
            <a:ext cx="2240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253247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74720"/>
            <a:ext cx="214884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0">
                <a:solidFill>
                  <a:srgbClr val="282D34"/>
                </a:solidFill>
                <a:latin typeface="Aptos"/>
              </a:defRPr>
            </a:pPr>
            <a:r>
              <a:t>Defines backend routes and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14600" cy="2971800"/>
          </a:xfrm>
          <a:prstGeom prst="roundRect">
            <a:avLst/>
          </a:prstGeom>
          <a:solidFill>
            <a:srgbClr val="F7F8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22402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200" b="1">
                <a:solidFill>
                  <a:srgbClr val="E87565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2240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253247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214884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0">
                <a:solidFill>
                  <a:srgbClr val="282D34"/>
                </a:solidFill>
                <a:latin typeface="Aptos"/>
              </a:defRPr>
            </a:pPr>
            <a:r>
              <a:t>Builds reusable user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514600" cy="2971800"/>
          </a:xfrm>
          <a:prstGeom prst="roundRect">
            <a:avLst/>
          </a:prstGeom>
          <a:solidFill>
            <a:srgbClr val="F7F8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2103120"/>
            <a:ext cx="224028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200" b="1">
                <a:solidFill>
                  <a:srgbClr val="253247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834640"/>
            <a:ext cx="224028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800" b="1">
                <a:solidFill>
                  <a:srgbClr val="253247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3474720"/>
            <a:ext cx="214884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0">
                <a:solidFill>
                  <a:srgbClr val="282D34"/>
                </a:solidFill>
                <a:latin typeface="Aptos"/>
              </a:defRPr>
            </a:pPr>
            <a:r>
              <a:t>Runs JavaScript on the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Program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33271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646C76"/>
                </a:solidFill>
                <a:latin typeface="Aptos"/>
              </a:defRPr>
            </a:pPr>
            <a:r>
              <a:t>The offer describes two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E87565"/>
                </a:solidFill>
                <a:latin typeface="Aptos"/>
              </a:defRPr>
            </a:pPr>
            <a:r>
              <a:t>PHASE 1  |  FIRST 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54880" cy="27432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Hands-on training</a:t>
            </a:r>
          </a:p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Core MERN concepts</a:t>
            </a:r>
          </a:p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Guided exercises and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49377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253247"/>
                </a:solidFill>
                <a:latin typeface="Aptos"/>
              </a:defRPr>
            </a:pPr>
            <a:r>
              <a:t>PHASE 2  |  FINAL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77440"/>
            <a:ext cx="4846320" cy="27432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Live company project work (as described)</a:t>
            </a:r>
          </a:p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Real-time development tasks</a:t>
            </a:r>
          </a:p>
          <a:p>
            <a:pPr>
              <a:spcAft>
                <a:spcPts val="1400"/>
              </a:spcAft>
              <a:defRPr sz="1800">
                <a:solidFill>
                  <a:srgbClr val="282D34"/>
                </a:solidFill>
                <a:latin typeface="Aptos"/>
              </a:defRPr>
            </a:pPr>
            <a:r>
              <a:t>•  Testing, debugging, and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Typical Full-Stack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33271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646C76"/>
                </a:solidFill>
                <a:latin typeface="Aptos"/>
              </a:defRPr>
            </a:pPr>
            <a:r>
              <a:t>A repeatable process for delivering a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Understand the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8288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Plan UI, API, and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288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Implement frontend and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576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Connect API and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576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6576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Test, debug, and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E8756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657600"/>
            <a:ext cx="283464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700" b="1">
                <a:solidFill>
                  <a:srgbClr val="253247"/>
                </a:solidFill>
                <a:latin typeface="Aptos"/>
              </a:defRPr>
            </a:pPr>
            <a:r>
              <a:t>Document and commit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253247"/>
                </a:solidFill>
                <a:latin typeface="Aptos"/>
              </a:defRPr>
            </a:pPr>
            <a:r>
              <a:t>Expected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33271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300" b="0">
                <a:solidFill>
                  <a:srgbClr val="646C76"/>
                </a:solidFill>
                <a:latin typeface="Aptos"/>
              </a:defRPr>
            </a:pPr>
            <a:r>
              <a:t>Areas a learner can demonstrate with project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Full-stack application architecture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REST API integration and CRUD operations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React components and state handling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Database design fundamentals</a:t>
            </a:r>
          </a:p>
          <a:p>
            <a:pPr>
              <a:spcAft>
                <a:spcPts val="1400"/>
              </a:spcAft>
              <a:defRPr sz="2100">
                <a:solidFill>
                  <a:srgbClr val="282D34"/>
                </a:solidFill>
                <a:latin typeface="Aptos"/>
              </a:defRPr>
            </a:pPr>
            <a:r>
              <a:t>•  Debugging, testing, Git, and technical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25324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1920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0">
                <a:solidFill>
                  <a:srgbClr val="282D34"/>
                </a:solidFill>
                <a:latin typeface="Aptos"/>
              </a:defRPr>
            </a:pPr>
            <a:r>
              <a:t>The offer outlines a structured introduction to MERN development, combining foundational training with a project-focused phase. The most valuable final evidence would be a working application, clear documentation, and a reflection on skills practised.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1">
                <a:solidFill>
                  <a:srgbClr val="E87565"/>
                </a:solidFill>
                <a:latin typeface="Aptos"/>
              </a:defRPr>
            </a:pPr>
            <a:r>
              <a:t>Prepared by Aditya Mohan Singh  |  CS2341064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327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Rathore</cp:lastModifiedBy>
  <cp:revision>2</cp:revision>
  <dcterms:created xsi:type="dcterms:W3CDTF">2013-01-27T09:14:16Z</dcterms:created>
  <dcterms:modified xsi:type="dcterms:W3CDTF">2026-10-21T06:32:06Z</dcterms:modified>
  <cp:category/>
</cp:coreProperties>
</file>